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  <a:srgbClr val="945200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65"/>
    <p:restoredTop sz="94726"/>
  </p:normalViewPr>
  <p:slideViewPr>
    <p:cSldViewPr snapToGrid="0">
      <p:cViewPr varScale="1">
        <p:scale>
          <a:sx n="119" d="100"/>
          <a:sy n="119" d="100"/>
        </p:scale>
        <p:origin x="20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2F4D1-D85C-333B-8D1A-75E8595783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CF5690-AE09-0937-6575-E7396D500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D17ED-12F7-5E50-0352-E17426265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3F33-5CBC-B94D-845D-61BF6A12629B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830C7-02A5-6F4C-6DE5-1306DAB4B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B4BCD-B8C5-1D5A-60F0-51B7112C4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1CCA-1898-3647-98F6-02222724E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665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5C630-BD76-AC5E-9FD6-2E9C11C6B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BEEC9-9108-AF72-C259-4BF0CCEBB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7216A-C6FB-7BF7-9BE8-ED5AF07F5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3F33-5CBC-B94D-845D-61BF6A12629B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E7FD4-2A90-D9AF-AA81-67BDEE5BA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8760E-A88C-FC61-4310-DEF5580BE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1CCA-1898-3647-98F6-02222724E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610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5A2BA-94F1-8F23-D50F-68A07F9BB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48096-9648-55B5-0BFF-01A0A8901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12F51-152F-808F-8A8C-26078905E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3F33-5CBC-B94D-845D-61BF6A12629B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05D48-65D3-E43B-A741-A331989EB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F8034-8F24-BB6E-A24D-040F6C8DF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1CCA-1898-3647-98F6-02222724E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448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57619-654C-1A4F-F2D9-B3E48BED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1E65F-ED17-B3F9-1105-CEB726AA95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EDDEC-5F2A-B4FD-1065-977FE6A7C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B33BA-23CF-0467-A972-FAE055B45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3F33-5CBC-B94D-845D-61BF6A12629B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CC755-BC27-EE35-AB27-0BF004BAD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D3936-C1C7-CAD1-E94F-569CE0541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1CCA-1898-3647-98F6-02222724E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474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72C8F-272F-06F8-212C-A3DC45BC5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A3C00-0B04-7811-DA67-D15DAA2F8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E22B7-402F-5BA9-60E2-D94C970BC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367E53-1700-F08A-1204-BDC886DCD9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433C2A-F530-1191-A102-E311BC496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10E31-29F6-2306-A825-9C8E15520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3F33-5CBC-B94D-845D-61BF6A12629B}" type="datetimeFigureOut">
              <a:rPr lang="en-US" smtClean="0"/>
              <a:t>3/6/26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A87723-39DF-6CC7-B027-3F1DF6FCD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BA6C08-E9F0-A4AC-757C-9627FEDDF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1CCA-1898-3647-98F6-02222724E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63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90DFE-AE47-9B12-C806-E0182223D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97E836-8FB6-357A-D879-B882E7C05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3F33-5CBC-B94D-845D-61BF6A12629B}" type="datetimeFigureOut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791660-76F6-8F06-8716-C9340F09E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40A910-10A6-F775-B392-0F251289B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1CCA-1898-3647-98F6-02222724E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417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2AAB89-0B73-9E62-A4D3-8C743F824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3F33-5CBC-B94D-845D-61BF6A12629B}" type="datetimeFigureOut">
              <a:rPr lang="en-US" smtClean="0"/>
              <a:t>3/6/26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21B7F5-CF43-7E25-0E5B-AAA68A4E1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8F208-C0F9-6EC7-512D-639A51BFF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1CCA-1898-3647-98F6-02222724E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140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0368C-E4A8-DD02-0228-22C539974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B0722-5374-4A87-9262-B322B8B2C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D8461A-4EC6-D58F-7F1F-9484907017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124083-DA30-A3AF-AE2C-31F0573E9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3F33-5CBC-B94D-845D-61BF6A12629B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85367C-0DC0-6980-38DB-FF471EA01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A78E7-873D-CD47-2D29-5B985E6D7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1CCA-1898-3647-98F6-02222724E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62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3B35D-5C95-FEDF-6311-AB38690A0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CAA730-CECB-7C1B-6745-5F20F22957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EBB526-D740-2054-0439-63F6944CB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C7D80-E6D4-2126-59FF-5E53ABC3F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3F33-5CBC-B94D-845D-61BF6A12629B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FBC2C-448A-4C95-0D4F-4A375CB36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D9D18-B146-90A7-394B-26CB87405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1CCA-1898-3647-98F6-02222724E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664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CD73B-2250-9A7B-CCE9-CDA7588B8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5A0624-1AEE-5B99-EBCF-745676F5A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4A7A8-86C1-635A-9A8A-2B190773B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3F33-5CBC-B94D-845D-61BF6A12629B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0AD0C-0F92-D5E1-264E-4826CF38A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A70A5-4A63-4A0E-1688-0D1D69D07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1CCA-1898-3647-98F6-02222724E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00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A9010A-89A7-CBE6-6D6D-FA848BD06A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04342E-CC9C-34A8-24F8-D305F5CA62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19EBB-EB74-650F-FE64-45B136C4E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3F33-5CBC-B94D-845D-61BF6A12629B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0B8C7-FF2B-7CCC-EB04-63CB8DBC2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CE88B-A3D7-B182-6A12-C8AE58FE3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1CCA-1898-3647-98F6-02222724E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216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938CAD-25A2-B95E-7E7C-2AD3DB8F0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E06D9C-11B6-5FDD-DEF6-F2DE78937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A79BD-6090-0C8A-DD3C-568FFDBED0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FE3F33-5CBC-B94D-845D-61BF6A12629B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3A454-A188-0151-6735-A58990B2C5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38517-20C0-C4FE-41FA-862998329A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0D1CCA-1898-3647-98F6-02222724E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208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716B9496-F608-B703-C027-DD2C56918742}"/>
              </a:ext>
            </a:extLst>
          </p:cNvPr>
          <p:cNvGrpSpPr/>
          <p:nvPr/>
        </p:nvGrpSpPr>
        <p:grpSpPr>
          <a:xfrm>
            <a:off x="676595" y="1473558"/>
            <a:ext cx="10838810" cy="3403242"/>
            <a:chOff x="769206" y="1473558"/>
            <a:chExt cx="10838810" cy="340324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CF1FA8A-F146-96F3-E1AF-2A3FDDE147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9206" y="1473558"/>
              <a:ext cx="10838810" cy="3403242"/>
            </a:xfrm>
            <a:prstGeom prst="rect">
              <a:avLst/>
            </a:prstGeom>
          </p:spPr>
        </p:pic>
        <p:sp>
          <p:nvSpPr>
            <p:cNvPr id="6" name="Right Arrow 5">
              <a:extLst>
                <a:ext uri="{FF2B5EF4-FFF2-40B4-BE49-F238E27FC236}">
                  <a16:creationId xmlns:a16="http://schemas.microsoft.com/office/drawing/2014/main" id="{6640FCC6-9F75-55DD-C4CA-0FA1EAC2B8DF}"/>
                </a:ext>
              </a:extLst>
            </p:cNvPr>
            <p:cNvSpPr/>
            <p:nvPr/>
          </p:nvSpPr>
          <p:spPr>
            <a:xfrm rot="19344612">
              <a:off x="2301797" y="3866507"/>
              <a:ext cx="232985" cy="193858"/>
            </a:xfrm>
            <a:prstGeom prst="rightArrow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7E79"/>
                </a:solidFill>
              </a:endParaRPr>
            </a:p>
          </p:txBody>
        </p:sp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689A6199-4FB8-057B-9C51-DEC9CAB46DC0}"/>
                </a:ext>
              </a:extLst>
            </p:cNvPr>
            <p:cNvSpPr/>
            <p:nvPr/>
          </p:nvSpPr>
          <p:spPr>
            <a:xfrm rot="13551819">
              <a:off x="2880726" y="3821965"/>
              <a:ext cx="209366" cy="215727"/>
            </a:xfrm>
            <a:prstGeom prst="rightArrow">
              <a:avLst/>
            </a:prstGeom>
            <a:solidFill>
              <a:srgbClr val="9452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ight Arrow 7">
              <a:extLst>
                <a:ext uri="{FF2B5EF4-FFF2-40B4-BE49-F238E27FC236}">
                  <a16:creationId xmlns:a16="http://schemas.microsoft.com/office/drawing/2014/main" id="{706385C9-22FC-418E-8EA3-44DB5BECDA59}"/>
                </a:ext>
              </a:extLst>
            </p:cNvPr>
            <p:cNvSpPr/>
            <p:nvPr/>
          </p:nvSpPr>
          <p:spPr>
            <a:xfrm rot="18722674">
              <a:off x="5975516" y="3722575"/>
              <a:ext cx="232985" cy="193858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ight Arrow 8">
              <a:extLst>
                <a:ext uri="{FF2B5EF4-FFF2-40B4-BE49-F238E27FC236}">
                  <a16:creationId xmlns:a16="http://schemas.microsoft.com/office/drawing/2014/main" id="{4E9F8D16-92B7-B8CB-8D42-9AADCCC8A233}"/>
                </a:ext>
              </a:extLst>
            </p:cNvPr>
            <p:cNvSpPr/>
            <p:nvPr/>
          </p:nvSpPr>
          <p:spPr>
            <a:xfrm rot="18531514">
              <a:off x="6302938" y="4100747"/>
              <a:ext cx="232985" cy="193858"/>
            </a:xfrm>
            <a:prstGeom prst="rightArrow">
              <a:avLst/>
            </a:prstGeom>
            <a:solidFill>
              <a:srgbClr val="FF40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5344F59-66BC-3E88-19CB-B41522BF71B5}"/>
                </a:ext>
              </a:extLst>
            </p:cNvPr>
            <p:cNvSpPr txBox="1"/>
            <p:nvPr/>
          </p:nvSpPr>
          <p:spPr>
            <a:xfrm>
              <a:off x="1878238" y="3895403"/>
              <a:ext cx="6663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7E79"/>
                  </a:solidFill>
                </a:rPr>
                <a:t>A1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4A4DA7D-89C2-BB1D-34D2-2DF5F6E46DBF}"/>
                </a:ext>
              </a:extLst>
            </p:cNvPr>
            <p:cNvSpPr txBox="1"/>
            <p:nvPr/>
          </p:nvSpPr>
          <p:spPr>
            <a:xfrm>
              <a:off x="3130293" y="3895403"/>
              <a:ext cx="6663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945200"/>
                  </a:solidFill>
                </a:rPr>
                <a:t>A2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11A7722-992E-50F2-4762-3481A71587CB}"/>
                </a:ext>
              </a:extLst>
            </p:cNvPr>
            <p:cNvSpPr txBox="1"/>
            <p:nvPr/>
          </p:nvSpPr>
          <p:spPr>
            <a:xfrm>
              <a:off x="5522231" y="3767667"/>
              <a:ext cx="6663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A3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D4C15BD-C9F9-0F56-7F19-E629A683634F}"/>
                </a:ext>
              </a:extLst>
            </p:cNvPr>
            <p:cNvSpPr txBox="1"/>
            <p:nvPr/>
          </p:nvSpPr>
          <p:spPr>
            <a:xfrm>
              <a:off x="5908817" y="4181232"/>
              <a:ext cx="6663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40FF"/>
                  </a:solidFill>
                </a:rPr>
                <a:t>A4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5144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3E23DA-4756-6B5F-4C28-E530A774F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26" y="806099"/>
            <a:ext cx="11234289" cy="22167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4B26C6-645E-7432-D9F4-D12EFD86C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88" y="3135849"/>
            <a:ext cx="4486143" cy="282460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E6EC9D8-4A11-3225-B920-9FC941A09E76}"/>
              </a:ext>
            </a:extLst>
          </p:cNvPr>
          <p:cNvSpPr/>
          <p:nvPr/>
        </p:nvSpPr>
        <p:spPr>
          <a:xfrm>
            <a:off x="3421980" y="1343128"/>
            <a:ext cx="579119" cy="1086522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49779C-2233-1913-234A-8A73F91140B6}"/>
              </a:ext>
            </a:extLst>
          </p:cNvPr>
          <p:cNvSpPr/>
          <p:nvPr/>
        </p:nvSpPr>
        <p:spPr>
          <a:xfrm>
            <a:off x="6004560" y="1343128"/>
            <a:ext cx="579119" cy="108652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719018-FF9C-0032-EB05-1ED981D18148}"/>
              </a:ext>
            </a:extLst>
          </p:cNvPr>
          <p:cNvSpPr txBox="1"/>
          <p:nvPr/>
        </p:nvSpPr>
        <p:spPr>
          <a:xfrm>
            <a:off x="5603064" y="867653"/>
            <a:ext cx="1382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Summer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4172263-C2AB-7EF1-2E5F-1F87E7BF3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707" y="3135849"/>
            <a:ext cx="4486142" cy="282460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E22054A-49B2-8DFE-E66A-E90AAD0DE399}"/>
              </a:ext>
            </a:extLst>
          </p:cNvPr>
          <p:cNvSpPr txBox="1"/>
          <p:nvPr/>
        </p:nvSpPr>
        <p:spPr>
          <a:xfrm>
            <a:off x="3147859" y="881463"/>
            <a:ext cx="1127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Winter</a:t>
            </a:r>
          </a:p>
        </p:txBody>
      </p:sp>
      <p:sp>
        <p:nvSpPr>
          <p:cNvPr id="16" name="Curved Down Arrow 15">
            <a:extLst>
              <a:ext uri="{FF2B5EF4-FFF2-40B4-BE49-F238E27FC236}">
                <a16:creationId xmlns:a16="http://schemas.microsoft.com/office/drawing/2014/main" id="{AA8157EF-61F0-CD56-31C2-49D820AB1048}"/>
              </a:ext>
            </a:extLst>
          </p:cNvPr>
          <p:cNvSpPr/>
          <p:nvPr/>
        </p:nvSpPr>
        <p:spPr>
          <a:xfrm>
            <a:off x="4109421" y="1473798"/>
            <a:ext cx="1753497" cy="527124"/>
          </a:xfrm>
          <a:prstGeom prst="curved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9F8805-BACA-7907-5FAA-0B284A9846B1}"/>
              </a:ext>
            </a:extLst>
          </p:cNvPr>
          <p:cNvSpPr txBox="1"/>
          <p:nvPr/>
        </p:nvSpPr>
        <p:spPr>
          <a:xfrm>
            <a:off x="5397297" y="3219278"/>
            <a:ext cx="33900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High-frequency rainfall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AE2184-B2F1-CF9F-A7E1-11BF35647E86}"/>
              </a:ext>
            </a:extLst>
          </p:cNvPr>
          <p:cNvSpPr txBox="1"/>
          <p:nvPr/>
        </p:nvSpPr>
        <p:spPr>
          <a:xfrm>
            <a:off x="794026" y="3208979"/>
            <a:ext cx="33153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Low-frequency rainfall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B88578-67B7-E0F6-FD59-5AC0966B2EB2}"/>
              </a:ext>
            </a:extLst>
          </p:cNvPr>
          <p:cNvSpPr/>
          <p:nvPr/>
        </p:nvSpPr>
        <p:spPr>
          <a:xfrm>
            <a:off x="794026" y="3219277"/>
            <a:ext cx="3866620" cy="1352719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B33109-EC46-8EC7-C3B0-57A63B427C10}"/>
              </a:ext>
            </a:extLst>
          </p:cNvPr>
          <p:cNvSpPr/>
          <p:nvPr/>
        </p:nvSpPr>
        <p:spPr>
          <a:xfrm>
            <a:off x="5341577" y="3236401"/>
            <a:ext cx="3866620" cy="135271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577B6E9-D463-8961-7CBE-54991F1DDBD3}"/>
              </a:ext>
            </a:extLst>
          </p:cNvPr>
          <p:cNvCxnSpPr>
            <a:cxnSpLocks/>
          </p:cNvCxnSpPr>
          <p:nvPr/>
        </p:nvCxnSpPr>
        <p:spPr>
          <a:xfrm flipH="1">
            <a:off x="814645" y="2429650"/>
            <a:ext cx="2607335" cy="80675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5853DFD-B05B-067B-3505-8D7FC8C6F4BF}"/>
              </a:ext>
            </a:extLst>
          </p:cNvPr>
          <p:cNvCxnSpPr>
            <a:cxnSpLocks/>
          </p:cNvCxnSpPr>
          <p:nvPr/>
        </p:nvCxnSpPr>
        <p:spPr>
          <a:xfrm>
            <a:off x="4009818" y="2429650"/>
            <a:ext cx="648971" cy="836829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5EE4079-2E9E-7DE0-E278-DF9BEC55D16A}"/>
              </a:ext>
            </a:extLst>
          </p:cNvPr>
          <p:cNvCxnSpPr>
            <a:cxnSpLocks/>
          </p:cNvCxnSpPr>
          <p:nvPr/>
        </p:nvCxnSpPr>
        <p:spPr>
          <a:xfrm flipH="1">
            <a:off x="5359725" y="2429650"/>
            <a:ext cx="644835" cy="806751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19AA827-DACE-A3B0-2A18-775FBF90EEE5}"/>
              </a:ext>
            </a:extLst>
          </p:cNvPr>
          <p:cNvCxnSpPr>
            <a:cxnSpLocks/>
          </p:cNvCxnSpPr>
          <p:nvPr/>
        </p:nvCxnSpPr>
        <p:spPr>
          <a:xfrm>
            <a:off x="6583679" y="2425024"/>
            <a:ext cx="2642666" cy="81137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774EA87-B27A-1182-685B-DD2932C8354E}"/>
              </a:ext>
            </a:extLst>
          </p:cNvPr>
          <p:cNvSpPr/>
          <p:nvPr/>
        </p:nvSpPr>
        <p:spPr>
          <a:xfrm>
            <a:off x="3147859" y="1914498"/>
            <a:ext cx="197769" cy="510526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3AF50A0C-7E28-7175-6A7A-31172A6B0611}"/>
              </a:ext>
            </a:extLst>
          </p:cNvPr>
          <p:cNvSpPr/>
          <p:nvPr/>
        </p:nvSpPr>
        <p:spPr>
          <a:xfrm>
            <a:off x="8389371" y="1931899"/>
            <a:ext cx="197769" cy="510526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C90E626E-4E84-C359-FE88-F76B1F5DD557}"/>
              </a:ext>
            </a:extLst>
          </p:cNvPr>
          <p:cNvSpPr/>
          <p:nvPr/>
        </p:nvSpPr>
        <p:spPr>
          <a:xfrm>
            <a:off x="9425547" y="1917858"/>
            <a:ext cx="197769" cy="510526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EA26D40-E49C-3CF2-C6CF-F1D5EA429DEA}"/>
              </a:ext>
            </a:extLst>
          </p:cNvPr>
          <p:cNvGrpSpPr/>
          <p:nvPr/>
        </p:nvGrpSpPr>
        <p:grpSpPr>
          <a:xfrm>
            <a:off x="9208198" y="2750590"/>
            <a:ext cx="2007544" cy="1143678"/>
            <a:chOff x="9208198" y="2750590"/>
            <a:chExt cx="2007544" cy="114367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BA21BB4-CC5D-288A-7E41-09AD8D1C9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13884"/>
            <a:stretch>
              <a:fillRect/>
            </a:stretch>
          </p:blipFill>
          <p:spPr>
            <a:xfrm>
              <a:off x="9208198" y="2750590"/>
              <a:ext cx="2007544" cy="1143678"/>
            </a:xfrm>
            <a:prstGeom prst="rect">
              <a:avLst/>
            </a:prstGeom>
          </p:spPr>
        </p:pic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E34822AD-3A68-2F4C-AFE5-D7C1FB2DF79F}"/>
                </a:ext>
              </a:extLst>
            </p:cNvPr>
            <p:cNvSpPr/>
            <p:nvPr/>
          </p:nvSpPr>
          <p:spPr>
            <a:xfrm>
              <a:off x="9446040" y="2824111"/>
              <a:ext cx="1769702" cy="1059682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4B15078-8197-523C-A39A-7C096C1FE374}"/>
              </a:ext>
            </a:extLst>
          </p:cNvPr>
          <p:cNvGrpSpPr/>
          <p:nvPr/>
        </p:nvGrpSpPr>
        <p:grpSpPr>
          <a:xfrm>
            <a:off x="9648614" y="3984388"/>
            <a:ext cx="2007544" cy="1134573"/>
            <a:chOff x="9648614" y="3984388"/>
            <a:chExt cx="2007544" cy="113457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192FA8C-D4BD-B41F-8A6B-4A9778BE5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15100"/>
            <a:stretch>
              <a:fillRect/>
            </a:stretch>
          </p:blipFill>
          <p:spPr>
            <a:xfrm>
              <a:off x="9648614" y="3984388"/>
              <a:ext cx="2007544" cy="1127529"/>
            </a:xfrm>
            <a:prstGeom prst="rect">
              <a:avLst/>
            </a:prstGeom>
          </p:spPr>
        </p:pic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39772110-58BA-CE12-F136-F79DBAF622DB}"/>
                </a:ext>
              </a:extLst>
            </p:cNvPr>
            <p:cNvSpPr/>
            <p:nvPr/>
          </p:nvSpPr>
          <p:spPr>
            <a:xfrm>
              <a:off x="9886456" y="4059279"/>
              <a:ext cx="1769702" cy="1059682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09455B2-6D25-0825-BF29-6547471CC6C5}"/>
              </a:ext>
            </a:extLst>
          </p:cNvPr>
          <p:cNvGrpSpPr/>
          <p:nvPr/>
        </p:nvGrpSpPr>
        <p:grpSpPr>
          <a:xfrm>
            <a:off x="9847384" y="5212512"/>
            <a:ext cx="2007544" cy="1143678"/>
            <a:chOff x="9847384" y="5212512"/>
            <a:chExt cx="2007544" cy="114367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9720BD0-1854-7D7B-A31B-49BFBB5B5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13884"/>
            <a:stretch>
              <a:fillRect/>
            </a:stretch>
          </p:blipFill>
          <p:spPr>
            <a:xfrm>
              <a:off x="9847384" y="5212512"/>
              <a:ext cx="2007544" cy="1143678"/>
            </a:xfrm>
            <a:prstGeom prst="rect">
              <a:avLst/>
            </a:prstGeom>
          </p:spPr>
        </p:pic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30893DDB-F78A-3AB7-9716-FDE4F16477AF}"/>
                </a:ext>
              </a:extLst>
            </p:cNvPr>
            <p:cNvSpPr/>
            <p:nvPr/>
          </p:nvSpPr>
          <p:spPr>
            <a:xfrm>
              <a:off x="10085226" y="5296508"/>
              <a:ext cx="1769702" cy="1059682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19D4C95D-90DA-AFC2-70D4-15B02CC8F7CF}"/>
              </a:ext>
            </a:extLst>
          </p:cNvPr>
          <p:cNvSpPr txBox="1"/>
          <p:nvPr/>
        </p:nvSpPr>
        <p:spPr>
          <a:xfrm>
            <a:off x="1839558" y="360918"/>
            <a:ext cx="4505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</a:rPr>
              <a:t>Drift-Anomaly </a:t>
            </a:r>
            <a:r>
              <a:rPr lang="en-US" sz="2400" b="1" dirty="0">
                <a:solidFill>
                  <a:srgbClr val="C00000"/>
                </a:solidFill>
              </a:rPr>
              <a:t>Ambiguity </a:t>
            </a:r>
          </a:p>
        </p:txBody>
      </p:sp>
    </p:spTree>
    <p:extLst>
      <p:ext uri="{BB962C8B-B14F-4D97-AF65-F5344CB8AC3E}">
        <p14:creationId xmlns:p14="http://schemas.microsoft.com/office/powerpoint/2010/main" val="4088730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31ABD-EE3B-32E6-029D-1F9E22196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18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B902F-1712-EC7E-D7A9-5FD014A2C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214464-AB69-3528-95EF-616221F2E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64" y="520582"/>
            <a:ext cx="7772400" cy="15138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094BAE-E5C5-01D7-1C18-D35A1CFCF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114" y="856299"/>
            <a:ext cx="4127500" cy="2730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1DC5F5-6B33-7207-D792-0C0BD44AE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3559" y="2281907"/>
            <a:ext cx="4127500" cy="2730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C5873F-A00C-FED3-A9B5-59E3133B2E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0909" y="3606918"/>
            <a:ext cx="4127500" cy="2730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F57274-D07A-10A7-A702-2918C2D74B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445" y="1918759"/>
            <a:ext cx="7772400" cy="48697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F4A2DE-1ADD-5F66-B5CB-98A0F7762C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37981" y="1623131"/>
            <a:ext cx="7772400" cy="48697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9525BA-54AE-57C2-4073-DEAAD47CE1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2890" y="1671402"/>
            <a:ext cx="7772400" cy="145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565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12</Words>
  <Application>Microsoft Macintosh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Jongjun Park</dc:creator>
  <cp:lastModifiedBy>Jongjun Park</cp:lastModifiedBy>
  <cp:revision>4</cp:revision>
  <dcterms:created xsi:type="dcterms:W3CDTF">2024-05-24T01:19:15Z</dcterms:created>
  <dcterms:modified xsi:type="dcterms:W3CDTF">2026-03-06T06:32:23Z</dcterms:modified>
</cp:coreProperties>
</file>